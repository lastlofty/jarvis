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./start jarvis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JARVIS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персональный AI-агент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Портативный голосовой ассистент для Windows, который понимает речь, управляет компьютером и бесконечно расширяется плагинами.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2272284" cy="384048"/>
          </a:xfrm>
          <a:prstGeom prst="roundRect">
            <a:avLst>
              <a:gd name="adj" fmla="val 16667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92040"/>
            <a:ext cx="22722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8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 · Gemini · Ollama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85516" y="4892040"/>
            <a:ext cx="544068" cy="384048"/>
          </a:xfrm>
          <a:prstGeom prst="roundRect">
            <a:avLst>
              <a:gd name="adj" fmla="val 16667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5516" y="4892040"/>
            <a:ext cx="5440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8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94176" y="4892040"/>
            <a:ext cx="1792224" cy="384048"/>
          </a:xfrm>
          <a:prstGeom prst="roundRect">
            <a:avLst>
              <a:gd name="adj" fmla="val 16667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489204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8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Плагины / Скиллы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50992" y="4892040"/>
            <a:ext cx="544068" cy="384048"/>
          </a:xfrm>
          <a:prstGeom prst="roundRect">
            <a:avLst>
              <a:gd name="adj" fmla="val 16667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0992" y="4892040"/>
            <a:ext cx="5440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8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9652" y="4892040"/>
            <a:ext cx="832104" cy="384048"/>
          </a:xfrm>
          <a:prstGeom prst="roundRect">
            <a:avLst>
              <a:gd name="adj" fmla="val 16667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9652" y="4892040"/>
            <a:ext cx="832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8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Зрение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56348" y="4892040"/>
            <a:ext cx="736092" cy="384048"/>
          </a:xfrm>
          <a:prstGeom prst="roundRect">
            <a:avLst>
              <a:gd name="adj" fmla="val 16667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56348" y="4892040"/>
            <a:ext cx="736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8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Голос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57032" y="4892040"/>
            <a:ext cx="1024128" cy="384048"/>
          </a:xfrm>
          <a:prstGeom prst="roundRect">
            <a:avLst>
              <a:gd name="adj" fmla="val 16667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7032" y="489204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8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Мышление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автор: </a:t>
            </a:r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lastlofty</a:t>
            </a:r>
            <a:pPr indent="0" marL="0">
              <a:buNone/>
            </a:pPr>
            <a:r>
              <a:rPr lang="en-US" sz="13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курсовой проект   ·   Python · PySide6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01  // задание и идея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Задание → решение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058400" cy="3383280"/>
          </a:xfrm>
          <a:prstGeom prst="roundRect">
            <a:avLst>
              <a:gd name="adj" fmla="val 1622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10058400" cy="384048"/>
          </a:xfrm>
          <a:prstGeom prst="rect">
            <a:avLst/>
          </a:prstGeom>
          <a:solidFill>
            <a:srgbClr val="0C1117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5740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05740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05740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75104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9509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Тема курсовой: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 из plugins из skills + RAG —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расширяем способности нейросети и обучаем её"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Взял за основу свой проект Jarvis и довёл его до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полноценного ИИ-агента с плагинами, навыками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и базой знаний.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02  // если совсем просто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это такое простыми словами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Представь голосового помощника, как Алиса или Siri — но он: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789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живёт на твоём компьютере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и реально им управляет: создаёт файлы, открывает программы, делает скриншоты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можно бесконечно обучать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кидаешь документы или пишешь «плагин» — у него появляется новый навык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понимает и говорит голосом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слушает микрофон и озвучивает ответ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думает, как DeepSeek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сначала рассуждает «про себя», потом отвечает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03  // возможности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умеет Jarvis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751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модели на выбор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377440"/>
            <a:ext cx="3118104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GLM (основная, бесплатная), Gemini, Ollama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98848" y="19751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Глубокое мышление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98848" y="2377440"/>
            <a:ext cx="3118104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режим рассуждений, как у DeepSeek/Claude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47888" y="19751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Зрение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47888" y="2377440"/>
            <a:ext cx="3118104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видит экран и картинки через GLM-4V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39242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Голос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3118104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озвучка ответов (TTS) и голосовой ввод (STT)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2461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98848" y="339242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Управление ПК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98848" y="3794760"/>
            <a:ext cx="3118104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файлы, программы, мышь, клавиатура, скриншоты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2461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47888" y="339242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База знаний (RAG)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47888" y="3794760"/>
            <a:ext cx="3118104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ищет ответы в твоих документах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" y="480974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Плагины и скиллы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5212080"/>
            <a:ext cx="3118104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погода, веб-поиск, генерация картинок, вики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46634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98848" y="480974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Аналитика времени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98848" y="5212080"/>
            <a:ext cx="3118104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считает, сколько ты сидишь в приложениях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46634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47888" y="480974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47888" y="5212080"/>
            <a:ext cx="3118104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подключение к внешним MCP-серверам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04  // главное: как работает диалог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происходит за один запрос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515600" cy="566928"/>
          </a:xfrm>
          <a:prstGeom prst="roundRect">
            <a:avLst>
              <a:gd name="adj" fmla="val 8065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8562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0FF9C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856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13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Ты пишешь или говоришь команду — «какая погода в Москве?»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450592"/>
            <a:ext cx="10515600" cy="566928"/>
          </a:xfrm>
          <a:prstGeom prst="roundRect">
            <a:avLst>
              <a:gd name="adj" fmla="val 8065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56946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0FF9C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569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13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50592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ищет полезные знания в базе и добавляет их в подсказку модели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163824"/>
            <a:ext cx="10515600" cy="566928"/>
          </a:xfrm>
          <a:prstGeom prst="roundRect">
            <a:avLst>
              <a:gd name="adj" fmla="val 8065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0FF9C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3282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13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163824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Нейросеть GLM понимает запрос и решает: нужен инструмент get_weather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877056"/>
            <a:ext cx="10515600" cy="566928"/>
          </a:xfrm>
          <a:prstGeom prst="roundRect">
            <a:avLst>
              <a:gd name="adj" fmla="val 8065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39959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0FF9C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3995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13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877056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Агент выполняет инструмент — реально запрашивает погоду / создаёт файл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590288"/>
            <a:ext cx="10515600" cy="566928"/>
          </a:xfrm>
          <a:prstGeom prst="roundRect">
            <a:avLst>
              <a:gd name="adj" fmla="val 8065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47091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0FF9C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" y="4709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13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590288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 возвращается модели → она формулирует понятный ответ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5303520"/>
            <a:ext cx="10515600" cy="566928"/>
          </a:xfrm>
          <a:prstGeom prst="roundRect">
            <a:avLst>
              <a:gd name="adj" fmla="val 8065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" y="542239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0FF9C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" y="5422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13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5303520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Ответ печатается по словам (стриминг) и при желании озвучивается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05  // 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устроено внутри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691640"/>
            <a:ext cx="9601200" cy="640080"/>
          </a:xfrm>
          <a:prstGeom prst="roundRect">
            <a:avLst>
              <a:gd name="adj" fmla="val 8571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18013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Интерфейсы:  GUI (PySide6)  ·  Консоль  ·  Сервер (FastAPI)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2606040"/>
            <a:ext cx="9601200" cy="1417320"/>
          </a:xfrm>
          <a:prstGeom prst="roundRect">
            <a:avLst>
              <a:gd name="adj" fmla="val 3871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7157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ОРКЕСТРАТОР  — диалог, память, цикл инструментов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306324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4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Провайдер модели: GLM / Gemini / Ollama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4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RAG: подмешивает знания из базы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4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Function calling: выбирает нужный инструмент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80160" y="4389120"/>
            <a:ext cx="9601200" cy="1371600"/>
          </a:xfrm>
          <a:prstGeom prst="roundRect">
            <a:avLst>
              <a:gd name="adj" fmla="val 4000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44988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ИНСТРУМЕНТЫ (registry)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4846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файлы · программы · мышь/клавиатура · скриншот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· плагины (погода, поиск, картинки, зрение) · MCP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06  // мозг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Мультимодельность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модели спрятаны за единым интерфейсом провайдера. Оркестратору всё равно, кто отвечает — модель меняется, не трогая остальной код.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GLM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основная, бесплатная, доступна в РФ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Google (гео-ограничен)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локально, офлайн, без интернета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92240" y="201168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0" y="2011680"/>
            <a:ext cx="5120640" cy="384048"/>
          </a:xfrm>
          <a:prstGeom prst="rect">
            <a:avLst/>
          </a:prstGeom>
          <a:solidFill>
            <a:srgbClr val="0C1117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93408" y="21488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6876288" y="21488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7059168" y="21488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20665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25603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выбор модели — одна строка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LLM_PROVIDER=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GLM_MODEL=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glm-4-flash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GLM_THINKING=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07  // фишка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Глубокое мышление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у DeepSeek и Claude: 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4E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модель сначала рассуждает «про себя», 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разбивая задачу на шаги, и только потом выдаёт чистый ответ. Рассуждения видны отдельным приглушённым блоком.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92240" y="19202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0" y="1920240"/>
            <a:ext cx="5120640" cy="384048"/>
          </a:xfrm>
          <a:prstGeom prst="rect">
            <a:avLst/>
          </a:prstGeom>
          <a:solidFill>
            <a:srgbClr val="0C1117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93408" y="205740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6876288" y="205740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7059168" y="205740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19751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jarvis · deep-thinking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0" y="24688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🧠 размышления: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Это математическая задача.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Разберём по шагам: было 3 яблока,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отдала половину = 1.5, осталось 1.5...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Ответ: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 Маши стало 6.5 яблок.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08  // память и обучение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Jarvis «учится»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75104"/>
            <a:ext cx="4946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— база знаний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377440"/>
            <a:ext cx="4946904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Кидаешь тексты → агент режет их на кусочки, индексирует и при ответе ищет релевантное. Отвечает по твоим документам, а не выдумывает.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73368" y="1975104"/>
            <a:ext cx="4946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Плагины и скиллы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73368" y="2377440"/>
            <a:ext cx="4946904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Плагин = папка с навыком. Пишешь функцию + описание → агент получает новый инструмент. Так добавлены погода, поиск, картинки, зрение.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895344"/>
            <a:ext cx="4946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4297680"/>
            <a:ext cx="4946904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Стандарт подключения внешних «серверов навыков». Jarvis работает как MCP-клиент — можно цеплять готовые инструменты от других.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73368" y="3895344"/>
            <a:ext cx="4946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3368" y="4297680"/>
            <a:ext cx="4946904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Модель сама решает, какой инструмент и с какими параметрами вызвать. Агент выполняет и возвращает результат обратно модели.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09  // мультимедиа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Зрение · Голос · Стриминг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751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Зрение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377440"/>
            <a:ext cx="311810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«Что на экране?» → скриншот → GLM-4V описывает и помогает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98848" y="19751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Озвучка (TTS)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98848" y="2377440"/>
            <a:ext cx="311810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проговаривает ответы вслух, офлайн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47888" y="19751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Голосовой ввод (STT)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47888" y="2377440"/>
            <a:ext cx="311810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говоришь в микрофон → текст распознаётся офлайн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8039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Стриминг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4206240"/>
            <a:ext cx="311810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ответ печатается по словам в реальном времени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6576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98848" y="38039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Генерация картинок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98848" y="4206240"/>
            <a:ext cx="311810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«нарисуй ...» → бесплатная CogView создаёт изображение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47888" y="38039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Веб-поиск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47888" y="4206240"/>
            <a:ext cx="311810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свежие факты из интернета через DuckDuckGo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  // безопасность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по умолчанию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SAFE_ROOT</a:t>
            </a:r>
            <a:pPr indent="0" marL="0">
              <a:spcAft>
                <a:spcPts val="1800"/>
              </a:spcAft>
              <a:buNone/>
            </a:pPr>
            <a:r>
              <a:rPr lang="en-US" sz="17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операции с файлами только в заданной папке (по умолч. рабочий стол); системные файлы недоступны</a:t>
            </a:r>
            <a:endParaRPr lang="en-US" sz="17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Подтверждение удаления</a:t>
            </a:r>
            <a:pPr indent="0" marL="0">
              <a:spcAft>
                <a:spcPts val="1800"/>
              </a:spcAft>
              <a:buNone/>
            </a:pPr>
            <a:r>
              <a:rPr lang="en-US" sz="17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перед удалением агент обязан спросить пользователя</a:t>
            </a:r>
            <a:endParaRPr lang="en-US" sz="17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от выхода за пределы</a:t>
            </a:r>
            <a:pPr indent="0" marL="0">
              <a:spcAft>
                <a:spcPts val="1800"/>
              </a:spcAft>
              <a:buNone/>
            </a:pPr>
            <a:r>
              <a:rPr lang="en-US" sz="17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блокируется обход через «..» (path traversal)</a:t>
            </a:r>
            <a:endParaRPr lang="en-US" sz="17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Ключи в .env</a:t>
            </a:r>
            <a:pPr indent="0" marL="0">
              <a:spcAft>
                <a:spcPts val="1800"/>
              </a:spcAft>
              <a:buNone/>
            </a:pPr>
            <a:r>
              <a:rPr lang="en-US" sz="17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API-ключи не зашиты в код и не попадают в репозиторий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11  // стек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751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377440"/>
            <a:ext cx="31181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ядро агента, async/await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98848" y="19751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PySide6 (Qt)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98848" y="2377440"/>
            <a:ext cx="31181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десктопный GUI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47888" y="19751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47888" y="2377440"/>
            <a:ext cx="31181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+ WebSocket сервер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753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3977640"/>
            <a:ext cx="31181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OpenAI-совместимый, function calling + reasoning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429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98848" y="35753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httpx · pydantic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98848" y="3977640"/>
            <a:ext cx="31181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HTTP-клиент и типизированный конфиг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429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47888" y="35753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47888" y="3977640"/>
            <a:ext cx="31181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теста · авто-проверка ядра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Архитектура слоями: провайдеры → оркестратор → реестр инструментов → плагины. Каждый слой заменяем независимо.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12  // демо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запустить и попробовать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2103120"/>
          </a:xfrm>
          <a:prstGeom prst="roundRect">
            <a:avLst>
              <a:gd name="adj" fmla="val 2609"/>
            </a:avLst>
          </a:prstGeom>
          <a:solidFill>
            <a:srgbClr val="0F1721"/>
          </a:solidFill>
          <a:ln w="12700">
            <a:solidFill>
              <a:srgbClr val="1C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5212080" cy="384048"/>
          </a:xfrm>
          <a:prstGeom prst="rect">
            <a:avLst/>
          </a:prstGeom>
          <a:solidFill>
            <a:srgbClr val="0C1117"/>
          </a:solidFill>
          <a:ln w="12700">
            <a:solidFill>
              <a:srgbClr val="1C27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5740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05740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05740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751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запуск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просто двойной клик: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Запустить_Jarvis.bat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или вручную: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jarvis.gui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Команды для демонстрации: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«Что сейчас на экране?»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зрение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«Какая погода в Сочи?»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скилл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«Нарисуй кота-киберпанка»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картинка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«Создай папку проекты»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управление ПК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F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«Найди новости про GLM»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F8A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веб-поиск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./summary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Чему научился на этом проекте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Построение ИИ-агентов и function calling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RAG, плагинные архитектуры и работа с LLM API (GLM, reasoning, vision)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Мультимодельная абстракция, потоковая генерация, голосовой интерфейс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Чистая слоистая архитектура, тесты, безопасность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Спасибо за внимание   ·   </a:t>
            </a:r>
            <a:pPr indent="0" marL="0">
              <a:buNone/>
            </a:pPr>
            <a:r>
              <a:rPr lang="en-US" sz="14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lastlofty</a:t>
            </a:r>
            <a:pPr indent="0" marL="0">
              <a:buNone/>
            </a:pPr>
            <a:r>
              <a:rPr lang="en-US" sz="14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34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Jarvis AI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jarvis_</a:t>
            </a:r>
            <a:pPr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Jarvis — AI-агент</dc:title>
  <dc:subject>PptxGenJS Presentation</dc:subject>
  <dc:creator>lastlofty</dc:creator>
  <cp:lastModifiedBy>lastlofty</cp:lastModifiedBy>
  <cp:revision>1</cp:revision>
  <dcterms:created xsi:type="dcterms:W3CDTF">2026-06-09T09:25:18Z</dcterms:created>
  <dcterms:modified xsi:type="dcterms:W3CDTF">2026-06-09T09:25:18Z</dcterms:modified>
</cp:coreProperties>
</file>